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AI 安全边界变了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>
                <a:solidFill>
                  <a:srgbClr val="222222"/>
                </a:solidFill>
              </a:rPr>
              <a:t>从 Claude Code 泄漏到 Team PCP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IBM Technology 视频解读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日期：2026-04-12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核心命题：漏洞时代正在让位于“信任链时代”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这期视频在讲什么？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Claude Code 源码泄漏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Team PCP 持续利用窃取凭证横向扩散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企业该如何看待 Agentic AI 的攻击面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一句话：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AI 不是单点风险，而是把整条软件与身份链路连在了一起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结论先说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>
                <a:solidFill>
                  <a:srgbClr val="222222"/>
                </a:solidFill>
              </a:rPr>
              <a:t>真正危险的不是某个模型泄漏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而是：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攻击研究成本被拉低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供应链结构被看穿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权限链和工具链被更容易武器化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企业今天面对的是：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**从“找漏洞”到“劫持信任”**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Claude Code 事件的本质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表面：Anthropic 在 npm 上误发带源码版本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结果：攻击者快速投放假仓库与恶意 fork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更深层问题：npm / 包管理器长期就是供应链软肋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关键词：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typosquatting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dependency confusion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恶意包污染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构建链路投毒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为什么 AI Coding 工具更敏感？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因为它通常：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深度接入代码仓库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接入 CI/CD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读取环境变量与密钥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能执行 shell / 调用工具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自带一定自动化能力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它不是“会聊天的软件”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它更像“有权限的自动化操作员”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源码泄漏后最现实的风险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短期：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假开源仓库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Trojanized 破解版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借热度分发信息窃取木马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长期：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更容易研究 guardrails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更容易理解权限链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更容易把 agent 改造成攻击平台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一个关键转向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>
                <a:solidFill>
                  <a:srgbClr val="222222"/>
                </a:solidFill>
              </a:rPr>
              <a:t>从漏洞治理 → 信任链治理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过去：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CVE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打补丁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版本升级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现在还必须看：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依赖来源是否可信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工具接口是否被过度授权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Agent 能调哪些系统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权限如何传播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Team PCP 给出的警告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他们不是在“慢慢潜伏”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而是在：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先窃取凭证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快速登录云与 SaaS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在凭证失效前疯狂扩散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攻击风格：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**速度优先，而不是隐蔽优先**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身份，已经是新的边界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节目里最重要的判断之一：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**Identity is the new perimeter**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为什么？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内外网边界越来越模糊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SaaS / API / Cloud 打平系统边界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Agent、Bot、Workflow 都在像用户一样操作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最后真正定义风险的，是：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谁能访问、访问多久、能做什么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一个凭证就够了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这波事件反复证明：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防守方可能已经在轮换密钥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但只要漏掉一个 token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攻击者就能继续进来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所以问题不是“有没有在做安全”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而是：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**有没有彻底做到**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为什么攻击者越来越快？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因为他们知道：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凭证可能很快轮换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审计会追上来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异常会暴露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所以他们的策略很简单：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拿到钥匙 → 立刻试门 → 尽快横向移动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这是 AI 时代非常典型的节奏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企业今天该做什么（1）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>
                <a:solidFill>
                  <a:srgbClr val="222222"/>
                </a:solidFill>
              </a:rPr>
              <a:t>把 AI 工具当高权限基础设施管理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不要把 agent 当普通插件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而要像管理这些东西一样管理它：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CI/CD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云账户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跳板机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自动化流水线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企业今天该做什么（2）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>
                <a:solidFill>
                  <a:srgbClr val="222222"/>
                </a:solidFill>
              </a:rPr>
              <a:t>收紧供应链信任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至少做到：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锁定依赖来源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校验发布者与签名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审查新包与新工具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隔离构建环境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审计自动安装与自动执行行为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企业今天该做什么（3）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000" b="1">
                <a:solidFill>
                  <a:srgbClr val="222222"/>
                </a:solidFill>
              </a:rPr>
              <a:t>对 Agent 做更狠的权限最小化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重点包括：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临时凭证优先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最小权限默认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高风险工具单独隔离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明确哪些系统可被 Agent 调用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生产环境先实验室验证再开放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最后的判断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AI 并不是凭空制造了所有新风险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它是在放大旧问题：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供应链风险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身份风险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自动化风险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C3440"/>
                </a:solidFill>
              </a:rPr>
              <a:t>权限扩散风险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所以：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**AI 安全 = 模型安全 + 供应链安全 + 身份安全 + 执行链治理**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52A56"/>
                </a:solidFill>
              </a:rPr>
              <a:t>收尾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54864"/>
          </a:xfrm>
          <a:prstGeom prst="rect">
            <a:avLst/>
          </a:prstGeom>
          <a:solidFill>
            <a:srgbClr val="3A6A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真正该加护栏的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不是只有模型输出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而是整条执行链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守不住信任链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模型再聪明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440"/>
                </a:solidFill>
              </a:rPr>
              <a:t>也只是给攻击者打工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