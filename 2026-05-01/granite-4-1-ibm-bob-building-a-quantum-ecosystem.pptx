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7899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12944"/>
                </a:solidFill>
              </a:rPr>
              <a:t>Granite 4.1, IBM Bob &amp; building a quantum ecosystem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465A6E"/>
                </a:solidFill>
              </a:rPr>
              <a:t>IBM Technology · 中文摘要 · 自动生成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515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233446"/>
                </a:solidFill>
              </a:rPr>
              <a:t>这份 PPT 采用后台静默模式生成：不玩花活，直接把关键观点捞出来。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12944"/>
                </a:solidFill>
              </a:rPr>
              <a:t>内容地图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282828"/>
                </a:solidFill>
              </a:defRPr>
            </a:pPr>
            <a:r>
              <a:t>一句话结论</a:t>
            </a:r>
          </a:p>
          <a:p>
            <a:pPr>
              <a:defRPr sz="2400">
                <a:solidFill>
                  <a:srgbClr val="282828"/>
                </a:solidFill>
              </a:defRPr>
            </a:pPr>
            <a:r>
              <a:t>这期视频讲了什么</a:t>
            </a:r>
          </a:p>
          <a:p>
            <a:pPr>
              <a:defRPr sz="2400">
                <a:solidFill>
                  <a:srgbClr val="282828"/>
                </a:solidFill>
              </a:defRPr>
            </a:pPr>
            <a:r>
              <a:t>我提炼出的 5 个关键点</a:t>
            </a:r>
          </a:p>
          <a:p>
            <a:pPr>
              <a:defRPr sz="2400">
                <a:solidFill>
                  <a:srgbClr val="282828"/>
                </a:solidFill>
              </a:defRPr>
            </a:pPr>
            <a:r>
              <a:t>我的解读</a:t>
            </a:r>
          </a:p>
          <a:p>
            <a:pPr>
              <a:defRPr sz="2400">
                <a:solidFill>
                  <a:srgbClr val="282828"/>
                </a:solidFill>
              </a:defRPr>
            </a:pPr>
            <a:r>
              <a:t>适合谁看</a:t>
            </a:r>
          </a:p>
          <a:p>
            <a:pPr>
              <a:defRPr sz="2400">
                <a:solidFill>
                  <a:srgbClr val="282828"/>
                </a:solidFill>
              </a:defRPr>
            </a:pPr>
            <a:r>
              <a:t>原字幕中的高价值信息片段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12944"/>
                </a:solidFill>
              </a:rPr>
              <a:t>关键点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241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282828"/>
                </a:solidFill>
              </a:defRPr>
            </a:pPr>
            <a:r>
              <a:t>So the launch includes not just the LM text models, but it includes the vision and speech multimodality models.</a:t>
            </a:r>
          </a:p>
          <a:p>
            <a:pPr>
              <a:defRPr sz="2400">
                <a:solidFill>
                  <a:srgbClr val="282828"/>
                </a:solidFill>
              </a:defRPr>
            </a:pPr>
            <a:r>
              <a:t>And it also includes a next round of our embedding models and all put together.</a:t>
            </a:r>
          </a:p>
          <a:p>
            <a:pPr>
              <a:defRPr sz="2400">
                <a:solidFill>
                  <a:srgbClr val="282828"/>
                </a:solidFill>
              </a:defRPr>
            </a:pPr>
            <a:r>
              <a:t>So the latest vision models are really targeting table and chart understanding, as well as providing general vision capabilities.</a:t>
            </a:r>
          </a:p>
          <a:p>
            <a:pPr>
              <a:defRPr sz="2400">
                <a:solidFill>
                  <a:srgbClr val="282828"/>
                </a:solidFill>
              </a:defRPr>
            </a:pPr>
            <a:r>
              <a:t>The speech models similarly are driving down the size as much as possible.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12944"/>
                </a:solidFill>
              </a:rPr>
              <a:t>关键点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241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282828"/>
                </a:solidFill>
              </a:defRPr>
            </a:pPr>
            <a:r>
              <a:t>Um, and for a lot of enterprises implementing this stuff who don't have unlimited money to draw on, um, you know, cost becomes a really real concern.</a:t>
            </a:r>
          </a:p>
          <a:p>
            <a:pPr>
              <a:defRPr sz="2400">
                <a:solidFill>
                  <a:srgbClr val="282828"/>
                </a:solidFill>
              </a:defRPr>
            </a:pPr>
            <a:r>
              <a:t>议题表面上是 **量子计算与密码安全迁移、企业级 AI 模型与多模态落地**，本质上讲的是“企业如何重新分配注意力”。</a:t>
            </a:r>
          </a:p>
          <a:p>
            <a:pPr>
              <a:defRPr sz="2400">
                <a:solidFill>
                  <a:srgbClr val="282828"/>
                </a:solidFill>
              </a:defRPr>
            </a:pPr>
            <a:r>
              <a:t>不是每个技术点都要同样重视，真正重要的是优先级、迁移路径和组织执行能力。</a:t>
            </a:r>
          </a:p>
          <a:p>
            <a:pPr>
              <a:defRPr sz="2400">
                <a:solidFill>
                  <a:srgbClr val="282828"/>
                </a:solidFill>
              </a:defRPr>
            </a:pPr>
            <a:r>
              <a:t>这类视频对普通观众是科普，对企业团队其实是路线提醒：早点准备，成本低很多；等问题爆了再补，往往贵得离谱。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12944"/>
                </a:solidFill>
              </a:rPr>
              <a:t>关键点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241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282828"/>
                </a:solidFill>
              </a:defRPr>
            </a:pPr>
            <a:r>
              <a:t>企业技术负责人：看战略信号而不是只看功能点。</a:t>
            </a:r>
          </a:p>
          <a:p>
            <a:pPr>
              <a:defRPr sz="2400">
                <a:solidFill>
                  <a:srgbClr val="282828"/>
                </a:solidFill>
              </a:defRPr>
            </a:pPr>
            <a:r>
              <a:t>安全/基础设施团队：拿来校准接下来 6-12 个月的工作优先级。</a:t>
            </a:r>
          </a:p>
          <a:p>
            <a:pPr>
              <a:defRPr sz="2400">
                <a:solidFill>
                  <a:srgbClr val="282828"/>
                </a:solidFill>
              </a:defRPr>
            </a:pPr>
            <a:r>
              <a:t>对 IBM 技术路线感兴趣的人：这能看出它更关注什么样的企业场景。</a:t>
            </a:r>
          </a:p>
          <a:p>
            <a:pPr>
              <a:defRPr sz="2400">
                <a:solidFill>
                  <a:srgbClr val="282828"/>
                </a:solidFill>
              </a:defRPr>
            </a:pPr>
            <a:r>
              <a:t>YouTube：https://www.youtube.com/watch?v=Zk3FX8ZXa-s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12944"/>
                </a:solidFill>
              </a:rPr>
              <a:t>字幕里的高价值片段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4241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282828"/>
                </a:solidFill>
              </a:defRPr>
            </a:pPr>
            <a:r>
              <a:t>来源：IBM Technology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原视频：[Granite 4.1, IBM Bob &amp; building a quantum ecosystem](https://www.youtube.com/watch?v=Zk3FX8ZXa-s)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日期：2026-05-01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形式：基于英文字幕整理的中文重写与观点化总结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12944"/>
                </a:solidFill>
              </a:rPr>
              <a:t>给读者的结论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2412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282828"/>
                </a:solidFill>
              </a:defRPr>
            </a:pPr>
            <a:r>
              <a:t>别只记名词，要记“应该先做什么”。</a:t>
            </a:r>
          </a:p>
          <a:p>
            <a:pPr>
              <a:defRPr sz="2400">
                <a:solidFill>
                  <a:srgbClr val="282828"/>
                </a:solidFill>
              </a:defRPr>
            </a:pPr>
            <a:r>
              <a:t>企业真正稀缺的不是知道趋势，而是比别人更早开始迁移。</a:t>
            </a:r>
          </a:p>
          <a:p>
            <a:pPr>
              <a:defRPr sz="2400">
                <a:solidFill>
                  <a:srgbClr val="282828"/>
                </a:solidFill>
              </a:defRPr>
            </a:pPr>
            <a:r>
              <a:t>这类视频最适合拿来做团队同步材料。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