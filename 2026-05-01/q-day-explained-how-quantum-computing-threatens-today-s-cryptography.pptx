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944"/>
                </a:solidFill>
              </a:rPr>
              <a:t>Q‑Day Explained: How Quantum Computing Threatens Today’s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65A6E"/>
                </a:solidFill>
              </a:rPr>
              <a:t>IBM Technology · 中文摘要 · 自动生成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33446"/>
                </a:solidFill>
              </a:rPr>
              <a:t>这份 PPT 采用后台静默模式生成：不玩花活，直接把关键观点捞出来。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内容地图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一句话结论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这期视频讲了什么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我提炼出的 5 个关键点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我的解读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适合谁看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原字幕中的高价值信息片段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关键点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As sure as those plates, are going crash, Q-Day is coming, and its going to wreck your defenses, except unlike the plates...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And when that happens, your future self will be glad that you watched this video and took the necessary steps to prepare.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Your future self, will also wonder what in the world were you thinking with some of those regrettable fashion choices?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In this video, we're going to cover what is Q-Day, why you should care, and when it's going to happen.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关键点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As I said before, Q-day is the day when quantum computers finally get strong enough to the crypto.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议题表面上是 **量子计算与密码安全迁移、密码体系与抗量子升级**，本质上讲的是“企业如何重新分配注意力”。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不是每个技术点都要同样重视，真正重要的是优先级、迁移路径和组织执行能力。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这类视频对普通观众是科普，对企业团队其实是路线提醒：早点准备，成本低很多；等问题爆了再补，往往贵得离谱。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关键点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企业技术负责人：看战略信号而不是只看功能点。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安全/基础设施团队：拿来校准接下来 6-12 个月的工作优先级。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对 IBM 技术路线感兴趣的人：这能看出它更关注什么样的企业场景。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YouTube：https://www.youtube.com/watch?v=rTM95-gZtOs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字幕里的高价值片段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来源：IBM Technology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原视频：[Q‑Day Explained: How Quantum Computing Threatens Today’s Cryptography](https://www.youtube.com/watch?v=rTM95-gZtOs)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日期：2026-04-30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形式：基于英文字幕整理的中文重写与观点化总结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给读者的结论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别只记名词，要记“应该先做什么”。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企业真正稀缺的不是知道趋势，而是比别人更早开始迁移。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这类视频最适合拿来做团队同步材料。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