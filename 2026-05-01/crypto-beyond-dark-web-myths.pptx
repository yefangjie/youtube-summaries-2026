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944"/>
                </a:solidFill>
              </a:rPr>
              <a:t>Crypto Beyond Dark Web Myths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A6E"/>
                </a:solidFill>
              </a:rPr>
              <a:t>IBM Technology · 中文摘要 · 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3446"/>
                </a:solidFill>
              </a:rPr>
              <a:t>这份 PPT 采用后台静默模式生成：不玩花活，直接把关键观点捞出来。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内容地图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一句话结论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这期视频讲了什么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我提炼出的 5 个关键点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我的解读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适合谁看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原字幕中的高价值信息片段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Cryptocurrency has hung in there since the launch of Bitcoin in 2009.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It has become a major player economically and politically.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And yet crypto is still in the popular imagination, tainted by its association with the underworld, with Silk Road, the drug trade, bribery, ransomware scams bilking Americans out of $9.3 billion in 2024 alone, according to the FBI.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 mean, yes, many unsavory dark web transactions do use cryptocurrency.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But you know what else circulates on the black market?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议题表面上是 **加密货币的真实风险与误区**，本质上讲的是“企业如何重新分配注意力”。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不是每个技术点都要同样重视，真正重要的是优先级、迁移路径和组织执行能力。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这类视频对普通观众是科普，对企业团队其实是路线提醒：早点准备，成本低很多；等问题爆了再补，往往贵得离谱。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企业技术负责人：看战略信号而不是只看功能点。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安全/基础设施团队：拿来校准接下来 6-12 个月的工作优先级。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对 IBM 技术路线感兴趣的人：这能看出它更关注什么样的企业场景。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YouTube：https://www.youtube.com/watch?v=dnHo5hSkpR4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字幕里的高价值片段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来源：IBM Technology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原视频：[Crypto Beyond Dark Web Myths](https://www.youtube.com/watch?v=dnHo5hSkpR4)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日期：2026-04-02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形式：基于英文字幕整理的中文重写与观点化总结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给读者的结论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别只记名词，要记“应该先做什么”。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企业真正稀缺的不是知道趋势，而是比别人更早开始迁移。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这类视频最适合拿来做团队同步材料。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