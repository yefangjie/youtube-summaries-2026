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12944"/>
                </a:solidFill>
              </a:rPr>
              <a:t>Hackers Don’t Take Coffee Breaks 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465A6E"/>
                </a:solidFill>
              </a:rPr>
              <a:t>IBM Technology · 中文摘要 · 自动生成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233446"/>
                </a:solidFill>
              </a:rPr>
              <a:t>这份 PPT 采用后台静默模式生成：不玩花活，直接把关键观点捞出来。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内容地图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一句话结论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这期视频讲了什么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我提炼出的 5 个关键点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我的解读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适合谁看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原字幕中的高价值信息片段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关键点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14 years of X-Force Threat Intelligence Index.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I'm pulling cyber security questions out of a hat.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Summarize the threat landscape in 2026 using one emoji.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Not because everything's burning, but because attackers are moving fast, taking advantage of chaos, and relying on speed more than ever.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关键点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What's one cyber threat keeping cyber security leaders awake at night?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议题表面上是 **企业技术趋势、安全与基础设施**，本质上讲的是“企业如何重新分配注意力”。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不是每个技术点都要同样重视，真正重要的是优先级、迁移路径和组织执行能力。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这类视频对普通观众是科普，对企业团队其实是路线提醒：早点准备，成本低很多；等问题爆了再补，往往贵得离谱。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关键点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2412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企业技术负责人：看战略信号而不是只看功能点。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安全/基础设施团队：拿来校准接下来 6-12 个月的工作优先级。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对 IBM 技术路线感兴趣的人：这能看出它更关注什么样的企业场景。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YouTube：https://www.youtube.com/watch?v=DjoHXVlCxNE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字幕里的高价值片段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4241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282828"/>
                </a:solidFill>
              </a:defRPr>
            </a:pPr>
            <a:r>
              <a:t>来源：IBM Technology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原视频：[Hackers Don’t Take Coffee Breaks ☕](https://www.youtube.com/watch?v=DjoHXVlCxNE)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日期：2026-04-15</a:t>
            </a:r>
          </a:p>
          <a:p>
            <a:pPr>
              <a:defRPr sz="2000">
                <a:solidFill>
                  <a:srgbClr val="282828"/>
                </a:solidFill>
              </a:defRPr>
            </a:pPr>
            <a:r>
              <a:t>形式：基于英文字幕整理的中文重写与观点化总结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12944"/>
                </a:solidFill>
              </a:rPr>
              <a:t>给读者的结论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2412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2828"/>
                </a:solidFill>
              </a:defRPr>
            </a:pPr>
            <a:r>
              <a:t>别只记名词，要记“应该先做什么”。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企业真正稀缺的不是知道趋势，而是比别人更早开始迁移。</a:t>
            </a:r>
          </a:p>
          <a:p>
            <a:pPr>
              <a:defRPr sz="2400">
                <a:solidFill>
                  <a:srgbClr val="282828"/>
                </a:solidFill>
              </a:defRPr>
            </a:pPr>
            <a:r>
              <a:t>这类视频最适合拿来做团队同步材料。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