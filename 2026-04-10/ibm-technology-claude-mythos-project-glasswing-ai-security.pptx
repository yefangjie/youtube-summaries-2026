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slide-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slide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slide-glassw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slide-agentic-ri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slide-financi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slide-c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slide-gpt19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slide-masters-va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slide-enterpri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slide-key-mess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-slide-a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-slide-back-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