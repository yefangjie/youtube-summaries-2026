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lide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lide-episode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lide-ap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lide-i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lide-brand-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lide-anthropic-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lide-open-vs-clo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lide-myth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lide-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lide-back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