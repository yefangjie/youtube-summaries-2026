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slide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slide-surface-bad-n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slide-product-vs-narr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slide-power-bottlen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slide-wrong-reason-right-b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slide-coding-battle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slide-hyperscaler-adva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slide-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