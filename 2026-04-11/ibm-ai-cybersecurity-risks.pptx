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slide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slide-supply-chain-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slide-research-cost-collap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slide-one-creden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slide-near-mi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slide-human-in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slide-ai-first-defe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slide-back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